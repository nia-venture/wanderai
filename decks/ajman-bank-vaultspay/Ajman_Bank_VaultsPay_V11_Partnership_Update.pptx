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res-slid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res-slid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res-slid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res-slid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res-slide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res-slide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res-slide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res-slide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res-slide-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